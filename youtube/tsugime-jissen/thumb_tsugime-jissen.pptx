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65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1560" y="868680"/>
            <a:ext cx="1600200" cy="548640"/>
          </a:xfrm>
          <a:prstGeom prst="roundRect">
            <a:avLst>
              <a:gd name="adj" fmla="val 40000"/>
            </a:avLst>
          </a:prstGeom>
          <a:solidFill>
            <a:srgbClr val="D65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996696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実践編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5897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物流の無駄は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5897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>
                <a:solidFill>
                  <a:srgbClr val="D65C4C"/>
                </a:solidFill>
                <a:latin typeface="Hiragino Sans"/>
                <a:ea typeface="Hiragino Sans"/>
                <a:cs typeface="Hiragino Sans"/>
              </a:rPr>
              <a:t>「あいだ」にある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526280"/>
            <a:ext cx="1920240" cy="82296"/>
          </a:xfrm>
          <a:prstGeom prst="rect">
            <a:avLst/>
          </a:prstGeom>
          <a:solidFill>
            <a:srgbClr val="D65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80060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BDB6AF"/>
                </a:solidFill>
                <a:latin typeface="Hiragino Sans"/>
                <a:ea typeface="Hiragino Sans"/>
                <a:cs typeface="Hiragino Sans"/>
              </a:rPr>
              <a:t>継ぎ目論・実践編｜見つける・測る・持たせる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852160"/>
            <a:ext cx="5897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BDB6AF"/>
                </a:solidFill>
                <a:latin typeface="Hiragino Sans"/>
                <a:ea typeface="Hiragino Sans"/>
                <a:cs typeface="Hiragino Sans"/>
              </a:rPr>
              <a:t>物流現場ラボ ロジた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548640"/>
            <a:ext cx="4343400" cy="5760720"/>
          </a:xfrm>
          <a:prstGeom prst="roundRect">
            <a:avLst>
              <a:gd name="adj" fmla="val 6000"/>
            </a:avLst>
          </a:prstGeom>
          <a:solidFill>
            <a:srgbClr val="2A26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0920" y="548640"/>
            <a:ext cx="4343400" cy="82296"/>
          </a:xfrm>
          <a:prstGeom prst="rect">
            <a:avLst/>
          </a:prstGeom>
          <a:solidFill>
            <a:srgbClr val="D65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35240" y="822960"/>
            <a:ext cx="3794760" cy="5212080"/>
          </a:xfrm>
          <a:prstGeom prst="roundRect">
            <a:avLst>
              <a:gd name="adj" fmla="val 5000"/>
            </a:avLst>
          </a:prstGeom>
          <a:noFill/>
          <a:ln w="25400">
            <a:solidFill>
              <a:srgbClr val="6E67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2926080"/>
            <a:ext cx="4343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BDB6AF"/>
                </a:solidFill>
                <a:latin typeface="Hiragino Sans"/>
                <a:ea typeface="Hiragino Sans"/>
                <a:cs typeface="Hiragino Sans"/>
              </a:rPr>
              <a:t>アバター画像</a:t>
            </a:r>
          </a:p>
          <a:p>
            <a:pPr algn="ctr"/>
            <a:r>
              <a:rPr sz="1400">
                <a:solidFill>
                  <a:srgbClr val="BDB6AF"/>
                </a:solidFill>
                <a:latin typeface="Hiragino Sans"/>
                <a:ea typeface="Hiragino Sans"/>
                <a:cs typeface="Hiragino Sans"/>
              </a:rPr>
              <a:t>thumb.json の avatar にパスを指定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