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D65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6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物流の無駄は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6324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600" b="1">
                <a:solidFill>
                  <a:srgbClr val="D65C4C"/>
                </a:solidFill>
                <a:latin typeface="Hiragino Sans"/>
                <a:ea typeface="Hiragino Sans"/>
                <a:cs typeface="Hiragino Sans"/>
              </a:rPr>
              <a:t>「あいだ」にある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4709160"/>
            <a:ext cx="2103120" cy="82296"/>
          </a:xfrm>
          <a:prstGeom prst="rect">
            <a:avLst/>
          </a:prstGeom>
          <a:solidFill>
            <a:srgbClr val="D65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9834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BDB6AF"/>
                </a:solidFill>
                <a:latin typeface="Hiragino Sans"/>
                <a:ea typeface="Hiragino Sans"/>
                <a:cs typeface="Hiragino Sans"/>
              </a:rPr>
              <a:t>継ぎ目論・実践編｜見つける・測る・持たせる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777240"/>
            <a:ext cx="1737360" cy="566928"/>
          </a:xfrm>
          <a:prstGeom prst="roundRect">
            <a:avLst>
              <a:gd name="adj" fmla="val 40000"/>
            </a:avLst>
          </a:prstGeom>
          <a:solidFill>
            <a:srgbClr val="D65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46920" y="9144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実践編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8064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BDB6AF"/>
                </a:solidFill>
                <a:latin typeface="Hiragino Sans"/>
                <a:ea typeface="Hiragino Sans"/>
                <a:cs typeface="Hiragino Sans"/>
              </a:rPr>
              <a:t>物流現場ラボ ロジた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